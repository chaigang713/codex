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5cfec966b242c1" /><Relationship Type="http://schemas.openxmlformats.org/officeDocument/2006/relationships/extended-properties" Target="/docProps/app.xml" Id="Ra0194ca894684b7d" /><Relationship Type="http://schemas.openxmlformats.org/officeDocument/2006/relationships/officeDocument" Target="/ppt/presentation.xml" Id="R01c09687714c4c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08adec1ca24576"/>
  </p:sldMasterIdLst>
  <p:notesMasterIdLst>
    <p:notesMasterId xmlns:r="http://schemas.openxmlformats.org/officeDocument/2006/relationships" r:id="R7c1b1fc4c6a347c3"/>
  </p:notesMasterIdLst>
  <p:sldIdLst>
    <p:sldId xmlns:r="http://schemas.openxmlformats.org/officeDocument/2006/relationships" id="256" r:id="R59de8b90fc4544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01697e845640f6" /><Relationship Type="http://schemas.openxmlformats.org/officeDocument/2006/relationships/slideMaster" Target="/ppt/slideMasters/slideMaster1.xml" Id="R0f08adec1ca24576" /><Relationship Type="http://schemas.openxmlformats.org/officeDocument/2006/relationships/notesMaster" Target="/ppt/notesMasters/notesMaster1.xml" Id="R7c1b1fc4c6a347c3" /><Relationship Type="http://schemas.openxmlformats.org/officeDocument/2006/relationships/presProps" Target="/ppt/presProps.xml" Id="R0d19d2dfea72437b" /><Relationship Type="http://schemas.openxmlformats.org/officeDocument/2006/relationships/tableStyles" Target="/ppt/tableStyles.xml" Id="R4b21694d32514e38" /><Relationship Type="http://schemas.openxmlformats.org/officeDocument/2006/relationships/slide" Target="/ppt/slides/slide1.xml" Id="R59de8b90fc4544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d22e416c104f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f6380017574118" /><Relationship Type="http://schemas.openxmlformats.org/officeDocument/2006/relationships/notesMaster" Target="/ppt/notesMasters/notesMaster1.xml" Id="Rdb2dec2618364e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0f28a978bd4bf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f09d8c933c43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6f176a2b434f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e8f32685ee4b1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39c8fe1c3948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0e9a5f2e1f4d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101748-34CF-442D-AF2C-155DA8CEE3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33EF44E-AFD0-40EF-A527-0E09321F1D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9B7E741-0843-4055-80CA-0427B1FBE0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06A92D-B231-4BF3-A412-68CC3A964B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EB39011-2D70-427B-BB7A-895F225A27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7F4C139-E2D9-4749-9610-2B0FB88486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9ACA6D9-051D-4EFC-A1D1-7FDE19609A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3FE108F-BF6C-4A3D-A275-0A0F8A4CB7A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81F420-BD06-472D-9F15-3B8C09803D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76C727-4902-4D5B-B404-060BDEB8BE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0804cee41c4209" /><Relationship Type="http://schemas.openxmlformats.org/officeDocument/2006/relationships/slideLayout" Target="/ppt/slideLayouts/slideLayout1.xml" Id="R49779e954e8e4b0d" /><Relationship Type="http://schemas.openxmlformats.org/officeDocument/2006/relationships/slideLayout" Target="/ppt/slideLayouts/slideLayout2.xml" Id="Re9faad99f4b54c86" /><Relationship Type="http://schemas.openxmlformats.org/officeDocument/2006/relationships/slideLayout" Target="/ppt/slideLayouts/slideLayout3.xml" Id="R034abdd6aada418d" /><Relationship Type="http://schemas.openxmlformats.org/officeDocument/2006/relationships/slideLayout" Target="/ppt/slideLayouts/slideLayout4.xml" Id="R171d447c173e44de" /><Relationship Type="http://schemas.openxmlformats.org/officeDocument/2006/relationships/slideLayout" Target="/ppt/slideLayouts/slideLayout5.xml" Id="Rfd29a10434404bf7" /><Relationship Type="http://schemas.openxmlformats.org/officeDocument/2006/relationships/slideLayout" Target="/ppt/slideLayouts/slideLayout6.xml" Id="R84e1a073ba204a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779e954e8e4b0d"/>
    <p:sldLayoutId xmlns:r="http://schemas.openxmlformats.org/officeDocument/2006/relationships" id="2147483650" r:id="Re9faad99f4b54c86"/>
    <p:sldLayoutId xmlns:r="http://schemas.openxmlformats.org/officeDocument/2006/relationships" id="2147483651" r:id="R034abdd6aada418d"/>
    <p:sldLayoutId xmlns:r="http://schemas.openxmlformats.org/officeDocument/2006/relationships" id="2147483652" r:id="R171d447c173e44de"/>
    <p:sldLayoutId xmlns:r="http://schemas.openxmlformats.org/officeDocument/2006/relationships" id="2147483653" r:id="Rfd29a10434404bf7"/>
    <p:sldLayoutId xmlns:r="http://schemas.openxmlformats.org/officeDocument/2006/relationships" id="2147483654" r:id="R84e1a073ba204a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c12bf87eb34c1d" /><Relationship Type="http://schemas.openxmlformats.org/officeDocument/2006/relationships/notesSlide" Target="/ppt/notesSlides/notesSlide1.xml" Id="R827470a3a84e43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B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9D6BCC83-13ED-4A0E-B2C5-2C78B8E8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Python 加法测试</a:t>
            </a:r>
          </a:p>
        </p:txBody>
      </p:sp>
      <p:sp>
        <p:nvSpPr>
          <p:cNvPr id="2" name="intro">
            <a:extLst xmlns:a="http://schemas.openxmlformats.org/drawingml/2006/main">
              <a:ext uri="{FF2B5EF4-FFF2-40B4-BE49-F238E27FC236}">
                <a16:creationId xmlns:a16="http://schemas.microsoft.com/office/drawing/2014/main" id="{2CDDF5F8-96F9-4ACF-AF06-45E5C4CB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ABBBD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ABBB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ABBBD0"/>
                </a:solidFill>
                <a:latin typeface="Noto Sans CJK SC"/>
                <a:ea typeface="Noto Sans CJK SC"/>
                <a:cs typeface="Noto Sans CJK SC"/>
              </a:rPr>
              <a:t>一个函数，验证基本数值运算</a:t>
            </a:r>
          </a:p>
        </p:txBody>
      </p:sp>
      <p:sp>
        <p:nvSpPr>
          <p:cNvPr id="3" name="code-title">
            <a:extLst xmlns:a="http://schemas.openxmlformats.org/drawingml/2006/main">
              <a:ext uri="{FF2B5EF4-FFF2-40B4-BE49-F238E27FC236}">
                <a16:creationId xmlns:a16="http://schemas.microsoft.com/office/drawing/2014/main" id="{330E589B-0D59-4506-BAF1-94F120EA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669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5DFB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75DF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75DFB8"/>
                </a:solidFill>
                <a:latin typeface="Noto Sans CJK SC"/>
                <a:ea typeface="Noto Sans CJK SC"/>
                <a:cs typeface="Noto Sans CJK SC"/>
              </a:rPr>
              <a:t>核心代码</a:t>
            </a:r>
          </a:p>
        </p:txBody>
      </p:sp>
      <p:sp>
        <p:nvSpPr>
          <p:cNvPr id="4" name="code">
            <a:extLst xmlns:a="http://schemas.openxmlformats.org/drawingml/2006/main">
              <a:ext uri="{FF2B5EF4-FFF2-40B4-BE49-F238E27FC236}">
                <a16:creationId xmlns:a16="http://schemas.microsoft.com/office/drawing/2014/main" id="{52BC2D2D-31C4-4AF3-8C10-25C8F7CD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590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2F5F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2F5F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F2F5FA"/>
                </a:solidFill>
                <a:latin typeface="Noto Sans CJK SC"/>
                <a:ea typeface="Noto Sans CJK SC"/>
                <a:cs typeface="Noto Sans CJK SC"/>
              </a:rPr>
              <a:t>def add(a, b):</a:t>
            </a:r>
          </a:p>
          <a:p xmlns:a="http://schemas.openxmlformats.org/drawingml/2006/main">
            <a:pPr>
              <a:defRPr sz="2550" b="0">
                <a:solidFill>
                  <a:srgbClr val="F2F5F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F2F5FA"/>
                </a:solidFill>
                <a:latin typeface="Noto Sans CJK SC"/>
                <a:ea typeface="Noto Sans CJK SC"/>
                <a:cs typeface="Noto Sans CJK SC"/>
              </a:rPr>
              <a:t>    return a + b</a:t>
            </a:r>
          </a:p>
        </p:txBody>
      </p:sp>
      <p:sp>
        <p:nvSpPr>
          <p:cNvPr id="5" name="result">
            <a:extLst xmlns:a="http://schemas.openxmlformats.org/drawingml/2006/main">
              <a:ext uri="{FF2B5EF4-FFF2-40B4-BE49-F238E27FC236}">
                <a16:creationId xmlns:a16="http://schemas.microsoft.com/office/drawing/2014/main" id="{F9D158E0-2D47-4B27-B669-5B4EEE26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00300"/>
            <a:ext cx="3524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850" b="1">
                <a:solidFill>
                  <a:srgbClr val="75DFB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75DF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850" b="1">
                <a:solidFill>
                  <a:srgbClr val="75DFB8"/>
                </a:solidFill>
                <a:latin typeface="Noto Sans CJK SC"/>
                <a:ea typeface="Noto Sans CJK SC"/>
                <a:cs typeface="Noto Sans CJK SC"/>
              </a:rPr>
              <a:t>3 / 3</a:t>
            </a:r>
          </a:p>
        </p:txBody>
      </p:sp>
      <p:sp>
        <p:nvSpPr>
          <p:cNvPr id="6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C80C86CA-D5BC-451A-9D0F-0C47EF87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052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2F5F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2F5F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F2F5FA"/>
                </a:solidFill>
                <a:latin typeface="Noto Sans CJK SC"/>
                <a:ea typeface="Noto Sans CJK SC"/>
                <a:cs typeface="Noto Sans CJK SC"/>
              </a:rPr>
              <a:t>测试全部通过</a:t>
            </a:r>
          </a:p>
        </p:txBody>
      </p:sp>
      <p:sp>
        <p:nvSpPr>
          <p:cNvPr id="7" name="cases">
            <a:extLst xmlns:a="http://schemas.openxmlformats.org/drawingml/2006/main">
              <a:ext uri="{FF2B5EF4-FFF2-40B4-BE49-F238E27FC236}">
                <a16:creationId xmlns:a16="http://schemas.microsoft.com/office/drawing/2014/main" id="{246FA002-C365-4283-BF68-D2F142CD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29100"/>
            <a:ext cx="3524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C4CFD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C4CFD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C4CFDD"/>
                </a:solidFill>
                <a:latin typeface="Noto Sans CJK SC"/>
                <a:ea typeface="Noto Sans CJK SC"/>
                <a:cs typeface="Noto Sans CJK SC"/>
              </a:rPr>
              <a:t>正数   2 + 3 = 5</a:t>
            </a:r>
          </a:p>
          <a:p xmlns:a="http://schemas.openxmlformats.org/drawingml/2006/main">
            <a:pPr>
              <a:defRPr sz="1875" b="0">
                <a:solidFill>
                  <a:srgbClr val="C4CFD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C4CFDD"/>
                </a:solidFill>
                <a:latin typeface="Noto Sans CJK SC"/>
                <a:ea typeface="Noto Sans CJK SC"/>
                <a:cs typeface="Noto Sans CJK SC"/>
              </a:rPr>
              <a:t>负数   −2 + (−3) = −5</a:t>
            </a:r>
          </a:p>
          <a:p xmlns:a="http://schemas.openxmlformats.org/drawingml/2006/main">
            <a:pPr>
              <a:defRPr sz="1875" b="0">
                <a:solidFill>
                  <a:srgbClr val="C4CFD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C4CFDD"/>
                </a:solidFill>
                <a:latin typeface="Noto Sans CJK SC"/>
                <a:ea typeface="Noto Sans CJK SC"/>
                <a:cs typeface="Noto Sans CJK SC"/>
              </a:rPr>
              <a:t>零值   0 + 7 = 7</a:t>
            </a:r>
          </a:p>
        </p:txBody>
      </p:sp>
      <p:sp>
        <p:nvSpPr>
          <p:cNvPr id="8" name="run">
            <a:extLst xmlns:a="http://schemas.openxmlformats.org/drawingml/2006/main">
              <a:ext uri="{FF2B5EF4-FFF2-40B4-BE49-F238E27FC236}">
                <a16:creationId xmlns:a16="http://schemas.microsoft.com/office/drawing/2014/main" id="{4266CC9C-ECB0-44C2-BDB2-882DA341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BBBD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BBB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ABBBD0"/>
                </a:solidFill>
                <a:latin typeface="Noto Sans CJK SC"/>
                <a:ea typeface="Noto Sans CJK SC"/>
                <a:cs typeface="Noto Sans CJK SC"/>
              </a:rPr>
              <a:t>运行命令：python3 test_example.py</a:t>
            </a:r>
          </a:p>
        </p:txBody>
      </p:sp>
    </p:spTree>
    <p:extLst>
      <p:ext uri="{BB962C8B-B14F-4D97-AF65-F5344CB8AC3E}">
        <p14:creationId xmlns:p14="http://schemas.microsoft.com/office/powerpoint/2010/main" val="7540880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2026-10-25T13:22:19.8680000Z</dcterms:created>
  <dcterms:modified xsi:type="dcterms:W3CDTF">2026-10-25T13:22:19.8680000Z</dcterms:modified>
</coreProperties>
</file>